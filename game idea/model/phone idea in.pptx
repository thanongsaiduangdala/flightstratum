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5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165C-1ED9-7A1E-3F64-100D02369D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FCB200-302A-FE72-DFE6-92EDD5E597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844E3-DFBA-590B-7B4C-CE89EDD64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EB313-32E6-486A-B4B9-40C7DA744A44}" type="datetimeFigureOut">
              <a:rPr lang="en-AU" smtClean="0"/>
              <a:t>11/04/2023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334B3-CFE8-3FB8-10CA-60EA6550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60ECC-D5E8-180E-E750-378FAFB2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7F3F-DFB4-47EA-ABCF-9C12E44631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594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A2E78-AC15-0821-6651-884E2E0A3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51F93-3A38-09F4-BE20-D5AFBFF80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E7A25-B4FF-22F1-D2F2-14D74C792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EB313-32E6-486A-B4B9-40C7DA744A44}" type="datetimeFigureOut">
              <a:rPr lang="en-AU" smtClean="0"/>
              <a:t>11/04/2023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62F5A-93E9-D670-9D97-EB5D2DFF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97919-770B-2EB5-A13C-8FF27F6D7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7F3F-DFB4-47EA-ABCF-9C12E44631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8028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913D4-9030-399F-FB65-555C7EE89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F660-B32A-F6CE-690E-3870B5F65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680C5-D931-EADA-967B-C55DA6985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EB313-32E6-486A-B4B9-40C7DA744A44}" type="datetimeFigureOut">
              <a:rPr lang="en-AU" smtClean="0"/>
              <a:t>11/04/2023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15691-A0AE-0F89-4A37-1CDBED146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EA0A6-438D-50CF-A166-28457787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7F3F-DFB4-47EA-ABCF-9C12E44631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845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A8A6A-FE02-4807-6B7B-C552AC4AF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93F42-2D6E-50B7-72D6-63F8697B4E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FBF61-AD73-2066-EB0B-4512F082A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F12F5-66EA-919A-60B5-7EB3F5193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EB313-32E6-486A-B4B9-40C7DA744A44}" type="datetimeFigureOut">
              <a:rPr lang="en-AU" smtClean="0"/>
              <a:t>11/04/2023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4BE6B-5268-FE79-2E6E-BABB8BC4B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336C3-D23E-2AE4-37ED-0D257B758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7F3F-DFB4-47EA-ABCF-9C12E44631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51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F4171-118A-ED3E-69D6-3C0BF5C74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FF4ED-70BD-C4D7-D2EB-4E5B2D950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617D61-FE9C-8AA8-C415-3F226EFED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2EE15A-9A2C-360D-22C3-8BC265ADAA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F2330A-6DE9-F6C9-A38D-B6F1E1394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05FB57-90C5-96E8-7668-CC705DB92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EB313-32E6-486A-B4B9-40C7DA744A44}" type="datetimeFigureOut">
              <a:rPr lang="en-AU" smtClean="0"/>
              <a:t>11/04/2023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3AE6C8-DA87-C980-5156-D3E35D88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6FB512-C78B-FB5A-5536-80D0979DE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7F3F-DFB4-47EA-ABCF-9C12E44631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7637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E5788-51F0-D9F9-CED3-3396E61F7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EAD5A-8AB8-0D02-7726-F43176BF2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EB313-32E6-486A-B4B9-40C7DA744A44}" type="datetimeFigureOut">
              <a:rPr lang="en-AU" smtClean="0"/>
              <a:t>11/04/2023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CFF33-3F52-F73A-D2B9-95E8A83F6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F42544-05A2-65A4-DDC4-12B2F0276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7F3F-DFB4-47EA-ABCF-9C12E44631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9231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EF49D3-05C9-095A-891A-FFC88468B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EB313-32E6-486A-B4B9-40C7DA744A44}" type="datetimeFigureOut">
              <a:rPr lang="en-AU" smtClean="0"/>
              <a:t>11/04/2023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07EC1D-222F-C16A-EB27-F23476D05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79683-B858-FB67-B694-A4BB88C0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7F3F-DFB4-47EA-ABCF-9C12E44631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0284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A5735-DA68-B2A9-155D-3BFE1DB1D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F040A-ED7D-76D2-E003-51C1968F1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ECA46-34DC-EDC5-551D-08FC8E649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56165-FAF9-926D-A285-635B4060F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EB313-32E6-486A-B4B9-40C7DA744A44}" type="datetimeFigureOut">
              <a:rPr lang="en-AU" smtClean="0"/>
              <a:t>11/04/2023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0527C-239B-3D11-82B3-F4A6F2D83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84CD1-A7C3-DC1F-70FD-EED08777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7F3F-DFB4-47EA-ABCF-9C12E44631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2502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1F7E9-E7E6-8C79-4A13-98409F54A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9AB7B3-6F00-03F9-3FB2-23B39CA150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72683-958D-A57E-AA9C-0E164AE1E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61D3E-A5CB-83B8-3E52-268340B1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EB313-32E6-486A-B4B9-40C7DA744A44}" type="datetimeFigureOut">
              <a:rPr lang="en-AU" smtClean="0"/>
              <a:t>11/04/2023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72B6B-3BDF-7AF3-0521-261EB768A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89A61-FF2C-A015-558C-807695EEC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7F3F-DFB4-47EA-ABCF-9C12E44631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4631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1231C-0102-9A48-A26B-1C2C5943C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D84C1-72FD-E894-717D-A5351D652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D199C-5F96-8D80-8A16-45FA0C67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EB313-32E6-486A-B4B9-40C7DA744A44}" type="datetimeFigureOut">
              <a:rPr lang="en-AU" smtClean="0"/>
              <a:t>11/04/2023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84C20-2389-D4F0-77BF-6DB60AD1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2CC2C-3041-FF3E-D535-36B3829E2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7F3F-DFB4-47EA-ABCF-9C12E44631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28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383C2-E5DB-F471-E517-27967D1464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72417-B6E6-7CE8-2263-8BB5907D0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0F434-96CA-F0FA-F79D-86BBB6814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EB313-32E6-486A-B4B9-40C7DA744A44}" type="datetimeFigureOut">
              <a:rPr lang="en-AU" smtClean="0"/>
              <a:t>11/04/2023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73FAB-0E78-0E77-93A3-97915E105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7F024-8C99-A205-457B-5E674D0A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7F3F-DFB4-47EA-ABCF-9C12E44631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377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CBD27-8A0E-34F6-6227-DA9A37ECA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AAD06-B176-844C-CD4A-BF689D6D9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FC8D3-C3F7-7B62-E06E-1E95E5E77B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DEB313-32E6-486A-B4B9-40C7DA744A44}" type="datetimeFigureOut">
              <a:rPr lang="en-AU" smtClean="0"/>
              <a:t>11/04/2023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9612A-2959-31E5-63D0-6CD0581F9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F5652-973C-BBF6-6E7C-314E12598B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B7F3F-DFB4-47EA-ABCF-9C12E44631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158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E48180-A199-FE5F-19A5-9F0D3059604B}"/>
              </a:ext>
            </a:extLst>
          </p:cNvPr>
          <p:cNvSpPr/>
          <p:nvPr/>
        </p:nvSpPr>
        <p:spPr>
          <a:xfrm>
            <a:off x="968189" y="92939"/>
            <a:ext cx="9825317" cy="65980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534854-1A3D-7BBF-DF5E-4E6D638B8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54" b="97534" l="6742" r="91236">
                        <a14:foregroundMark x1="7416" y1="5942" x2="6966" y2="94843"/>
                        <a14:foregroundMark x1="6966" y1="94843" x2="9438" y2="96413"/>
                        <a14:foregroundMark x1="81964" y1="4950" x2="82438" y2="4923"/>
                        <a14:foregroundMark x1="90883" y1="91702" x2="91011" y2="93386"/>
                        <a14:foregroundMark x1="89887" y1="78621" x2="90871" y2="91550"/>
                        <a14:foregroundMark x1="89627" y1="75206" x2="89772" y2="77105"/>
                        <a14:foregroundMark x1="73435" y1="95921" x2="62247" y2="97534"/>
                        <a14:foregroundMark x1="89457" y1="93610" x2="88631" y2="93729"/>
                        <a14:foregroundMark x1="91011" y1="93386" x2="89457" y2="93610"/>
                        <a14:foregroundMark x1="62247" y1="97534" x2="32257" y2="95930"/>
                        <a14:foregroundMark x1="19669" y1="95882" x2="14157" y2="96300"/>
                        <a14:foregroundMark x1="39755" y1="5032" x2="34157" y2="4933"/>
                        <a14:foregroundMark x1="10296" y1="4402" x2="18691" y2="3581"/>
                        <a14:foregroundMark x1="8315" y1="4596" x2="10119" y2="4420"/>
                        <a14:foregroundMark x1="90998" y1="73212" x2="91011" y2="75112"/>
                        <a14:foregroundMark x1="90987" y1="71477" x2="90996" y2="72857"/>
                        <a14:foregroundMark x1="90914" y1="60300" x2="90953" y2="66355"/>
                        <a14:foregroundMark x1="90902" y1="58408" x2="90903" y2="58551"/>
                        <a14:foregroundMark x1="90575" y1="8277" x2="90902" y2="58408"/>
                        <a14:foregroundMark x1="90562" y1="6278" x2="90571" y2="7660"/>
                        <a14:backgroundMark x1="40005" y1="8482" x2="40449" y2="35874"/>
                        <a14:backgroundMark x1="44270" y1="23430" x2="37079" y2="21637"/>
                        <a14:backgroundMark x1="17079" y1="8184" x2="76854" y2="10762"/>
                        <a14:backgroundMark x1="76854" y1="10762" x2="81348" y2="27018"/>
                        <a14:backgroundMark x1="81348" y1="27018" x2="67640" y2="87780"/>
                        <a14:backgroundMark x1="67640" y1="87780" x2="47191" y2="93274"/>
                        <a14:backgroundMark x1="47191" y1="93274" x2="25393" y2="93498"/>
                        <a14:backgroundMark x1="25393" y1="93498" x2="14831" y2="34865"/>
                        <a14:backgroundMark x1="14831" y1="34865" x2="19101" y2="10874"/>
                        <a14:backgroundMark x1="11910" y1="7063" x2="77753" y2="7960"/>
                        <a14:backgroundMark x1="77753" y1="7960" x2="85845" y2="15541"/>
                        <a14:backgroundMark x1="87191" y1="75897" x2="87229" y2="75118"/>
                        <a14:backgroundMark x1="83596" y1="95404" x2="86517" y2="94955"/>
                        <a14:backgroundMark x1="85393" y1="94955" x2="73034" y2="95628"/>
                        <a14:backgroundMark x1="74607" y1="95291" x2="88764" y2="93610"/>
                        <a14:backgroundMark x1="88764" y1="93610" x2="88764" y2="93610"/>
                        <a14:backgroundMark x1="27865" y1="95404" x2="22022" y2="95628"/>
                        <a14:backgroundMark x1="20000" y1="95628" x2="32360" y2="95852"/>
                        <a14:backgroundMark x1="12360" y1="6951" x2="9888" y2="6839"/>
                        <a14:backgroundMark x1="11910" y1="6614" x2="12360" y2="6614"/>
                        <a14:backgroundMark x1="40899" y1="5942" x2="64045" y2="6614"/>
                        <a14:backgroundMark x1="64045" y1="6614" x2="80000" y2="6502"/>
                        <a14:backgroundMark x1="80000" y1="6502" x2="85618" y2="7287"/>
                        <a14:backgroundMark x1="85794" y1="7809" x2="82921" y2="9865"/>
                        <a14:backgroundMark x1="88090" y1="6166" x2="87927" y2="6282"/>
                        <a14:backgroundMark x1="34831" y1="2242" x2="16854" y2="2130"/>
                        <a14:backgroundMark x1="88315" y1="58857" x2="88315" y2="58857"/>
                        <a14:backgroundMark x1="88764" y1="58408" x2="88764" y2="58408"/>
                        <a14:backgroundMark x1="88315" y1="58296" x2="87640" y2="59978"/>
                        <a14:backgroundMark x1="88539" y1="58408" x2="88090" y2="57848"/>
                        <a14:backgroundMark x1="88315" y1="67152" x2="88539" y2="68946"/>
                        <a14:backgroundMark x1="88315" y1="66592" x2="88764" y2="67825"/>
                        <a14:backgroundMark x1="88764" y1="69619" x2="88315" y2="71300"/>
                        <a14:backgroundMark x1="88539" y1="68946" x2="88764" y2="70628"/>
                        <a14:backgroundMark x1="88315" y1="71861" x2="88539" y2="75224"/>
                        <a14:backgroundMark x1="88764" y1="75112" x2="88764" y2="71749"/>
                        <a14:backgroundMark x1="88989" y1="77242" x2="88764" y2="75561"/>
                        <a14:backgroundMark x1="88989" y1="76121" x2="88764" y2="71637"/>
                        <a14:backgroundMark x1="89438" y1="71637" x2="88989" y2="71637"/>
                        <a14:backgroundMark x1="88989" y1="6278" x2="86517" y2="6054"/>
                        <a14:backgroundMark x1="42921" y1="5830" x2="40000" y2="5269"/>
                        <a14:backgroundMark x1="88764" y1="6839" x2="88315" y2="5830"/>
                        <a14:backgroundMark x1="88764" y1="4933" x2="88764" y2="5942"/>
                        <a14:backgroundMark x1="13708" y1="8072" x2="11461" y2="61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00403" y="30185"/>
            <a:ext cx="3391194" cy="67976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E66BED-69E2-C03F-B552-27EB8DE57923}"/>
              </a:ext>
            </a:extLst>
          </p:cNvPr>
          <p:cNvSpPr txBox="1"/>
          <p:nvPr/>
        </p:nvSpPr>
        <p:spPr>
          <a:xfrm>
            <a:off x="4737339" y="1348294"/>
            <a:ext cx="26854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5400" dirty="0">
                <a:solidFill>
                  <a:schemeClr val="bg1"/>
                </a:solidFill>
                <a:latin typeface="Arial Nova Cond Light" panose="020B0604020202020204" pitchFamily="34" charset="0"/>
              </a:rPr>
              <a:t>20 : 20</a:t>
            </a:r>
          </a:p>
        </p:txBody>
      </p:sp>
    </p:spTree>
    <p:extLst>
      <p:ext uri="{BB962C8B-B14F-4D97-AF65-F5344CB8AC3E}">
        <p14:creationId xmlns:p14="http://schemas.microsoft.com/office/powerpoint/2010/main" val="3746918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gital Slr Camera Stock Photo - Download Image Now - Camera - Photographic  Equipment, White Background, Cut Out - iStock">
            <a:extLst>
              <a:ext uri="{FF2B5EF4-FFF2-40B4-BE49-F238E27FC236}">
                <a16:creationId xmlns:a16="http://schemas.microsoft.com/office/drawing/2014/main" id="{91D92D93-FB18-6E4A-996B-DAF746E08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30065" y1="44363" x2="27124" y2="67647"/>
                        <a14:backgroundMark x1="27124" y1="67647" x2="32190" y2="43627"/>
                        <a14:backgroundMark x1="32190" y1="43627" x2="35948" y2="66912"/>
                        <a14:backgroundMark x1="35948" y1="66912" x2="28595" y2="58333"/>
                        <a14:backgroundMark x1="28595" y1="58333" x2="28431" y2="74020"/>
                        <a14:backgroundMark x1="28431" y1="74020" x2="28431" y2="73775"/>
                        <a14:backgroundMark x1="38072" y1="29902" x2="25490" y2="81618"/>
                        <a14:backgroundMark x1="25490" y1="81618" x2="26307" y2="26225"/>
                        <a14:backgroundMark x1="26307" y1="26225" x2="25654" y2="28186"/>
                        <a14:backgroundMark x1="19608" y1="28676" x2="20752" y2="48529"/>
                        <a14:backgroundMark x1="20752" y1="48529" x2="25490" y2="68873"/>
                        <a14:backgroundMark x1="25490" y1="68873" x2="25490" y2="66176"/>
                        <a14:backgroundMark x1="47712" y1="33578" x2="59150" y2="29167"/>
                        <a14:backgroundMark x1="59150" y1="29167" x2="48693" y2="34069"/>
                        <a14:backgroundMark x1="48693" y1="34069" x2="50000" y2="32843"/>
                        <a14:backgroundMark x1="61111" y1="31618" x2="68954" y2="42157"/>
                        <a14:backgroundMark x1="68954" y1="42157" x2="74020" y2="68627"/>
                        <a14:backgroundMark x1="74020" y1="68627" x2="72549" y2="82108"/>
                        <a14:backgroundMark x1="72549" y1="82108" x2="75980" y2="63725"/>
                        <a14:backgroundMark x1="75980" y1="63725" x2="69935" y2="45833"/>
                        <a14:backgroundMark x1="69935" y1="45833" x2="69281" y2="41176"/>
                        <a14:backgroundMark x1="62092" y1="35539" x2="43301" y2="35784"/>
                        <a14:backgroundMark x1="43301" y1="35784" x2="43301" y2="36029"/>
                        <a14:backgroundMark x1="44771" y1="36765" x2="52941" y2="35294"/>
                        <a14:backgroundMark x1="52941" y1="35294" x2="63235" y2="40441"/>
                        <a14:backgroundMark x1="63235" y1="40441" x2="63399" y2="40441"/>
                        <a14:backgroundMark x1="55392" y1="34804" x2="66013" y2="39951"/>
                        <a14:backgroundMark x1="66013" y1="39951" x2="66013" y2="39951"/>
                        <a14:backgroundMark x1="55882" y1="38725" x2="49020" y2="377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510" y="-952500"/>
            <a:ext cx="58293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5F16D2-43E0-329F-F30A-7369806503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5" b="99736" l="258" r="98450">
                        <a14:foregroundMark x1="97740" y1="6200" x2="97933" y2="6209"/>
                        <a14:foregroundMark x1="14212" y1="2246" x2="52253" y2="4046"/>
                        <a14:foregroundMark x1="97933" y1="6209" x2="98450" y2="94848"/>
                        <a14:foregroundMark x1="88213" y1="98010" x2="86047" y2="98679"/>
                        <a14:foregroundMark x1="98450" y1="94848" x2="90816" y2="97206"/>
                        <a14:foregroundMark x1="68926" y1="98054" x2="33986" y2="96778"/>
                        <a14:foregroundMark x1="86047" y1="98679" x2="73158" y2="98208"/>
                        <a14:foregroundMark x1="5157" y1="38694" x2="5195" y2="36197"/>
                        <a14:foregroundMark x1="5031" y1="46886" x2="5034" y2="46718"/>
                        <a14:foregroundMark x1="4866" y1="57641" x2="4874" y2="57105"/>
                        <a14:foregroundMark x1="4724" y1="66910" x2="4761" y2="64461"/>
                        <a14:foregroundMark x1="14453" y1="3067" x2="27649" y2="1321"/>
                        <a14:foregroundMark x1="27649" y1="1321" x2="28424" y2="1453"/>
                        <a14:foregroundMark x1="2814" y1="4045" x2="2701" y2="4313"/>
                        <a14:foregroundMark x1="3751" y1="1829" x2="2831" y2="4005"/>
                        <a14:foregroundMark x1="4134" y1="925" x2="3795" y2="1725"/>
                        <a14:foregroundMark x1="97933" y1="2246" x2="98450" y2="8190"/>
                        <a14:foregroundMark x1="4134" y1="97754" x2="4747" y2="95874"/>
                        <a14:foregroundMark x1="4910" y1="98811" x2="45995" y2="99736"/>
                        <a14:foregroundMark x1="1550" y1="68296" x2="1550" y2="56870"/>
                        <a14:foregroundMark x1="1550" y1="53919" x2="1550" y2="52142"/>
                        <a14:foregroundMark x1="1550" y1="57332" x2="1550" y2="56870"/>
                        <a14:foregroundMark x1="890" y1="52159" x2="258" y2="57067"/>
                        <a14:foregroundMark x1="2388" y1="46955" x2="3876" y2="39894"/>
                        <a14:foregroundMark x1="258" y1="57067" x2="1294" y2="52149"/>
                        <a14:foregroundMark x1="3876" y1="39894" x2="2326" y2="36020"/>
                        <a14:foregroundMark x1="2337" y1="4291" x2="2326" y2="3963"/>
                        <a14:foregroundMark x1="2663" y1="13880" x2="2634" y2="13024"/>
                        <a14:foregroundMark x1="2326" y1="3963" x2="2326" y2="3963"/>
                        <a14:foregroundMark x1="98191" y1="1717" x2="45478" y2="1585"/>
                        <a14:foregroundMark x1="45478" y1="1585" x2="95090" y2="925"/>
                        <a14:foregroundMark x1="95090" y1="925" x2="98191" y2="1057"/>
                        <a14:foregroundMark x1="727" y1="89143" x2="760" y2="93027"/>
                        <a14:foregroundMark x1="676" y1="82959" x2="709" y2="86959"/>
                        <a14:foregroundMark x1="633" y1="77807" x2="634" y2="77939"/>
                        <a14:foregroundMark x1="420" y1="52172" x2="585" y2="71995"/>
                        <a14:foregroundMark x1="285" y1="35894" x2="377" y2="47007"/>
                        <a14:foregroundMark x1="94" y1="12970" x2="196" y2="25200"/>
                        <a14:foregroundMark x1="40" y1="6430" x2="56" y2="8337"/>
                        <a14:foregroundMark x1="0" y1="1585" x2="29" y2="5035"/>
                        <a14:backgroundMark x1="20930" y1="23118" x2="68734" y2="26948"/>
                        <a14:backgroundMark x1="7235" y1="4888" x2="60724" y2="10832"/>
                        <a14:backgroundMark x1="60724" y1="10832" x2="92248" y2="5680"/>
                        <a14:backgroundMark x1="92248" y1="5680" x2="91990" y2="93263"/>
                        <a14:backgroundMark x1="91990" y1="93263" x2="8786" y2="94848"/>
                        <a14:backgroundMark x1="8786" y1="94848" x2="9044" y2="5812"/>
                        <a14:backgroundMark x1="44961" y1="22589" x2="26357" y2="47820"/>
                        <a14:backgroundMark x1="50904" y1="5152" x2="74419" y2="4756"/>
                        <a14:backgroundMark x1="74419" y1="4756" x2="65633" y2="18758"/>
                        <a14:backgroundMark x1="65633" y1="18758" x2="63049" y2="42933"/>
                        <a14:backgroundMark x1="63049" y1="42933" x2="44703" y2="45046"/>
                        <a14:backgroundMark x1="44703" y1="45046" x2="58140" y2="59709"/>
                        <a14:backgroundMark x1="58140" y1="59709" x2="37468" y2="79657"/>
                        <a14:backgroundMark x1="37468" y1="79657" x2="54264" y2="78468"/>
                        <a14:backgroundMark x1="54264" y1="78468" x2="36951" y2="72523"/>
                        <a14:backgroundMark x1="36951" y1="72523" x2="62791" y2="87318"/>
                        <a14:backgroundMark x1="62791" y1="87318" x2="58398" y2="79260"/>
                        <a14:backgroundMark x1="58398" y1="79260" x2="28165" y2="56935"/>
                        <a14:backgroundMark x1="28165" y1="56935" x2="32041" y2="49273"/>
                        <a14:backgroundMark x1="32041" y1="49273" x2="30749" y2="50066"/>
                        <a14:backgroundMark x1="80103" y1="34082" x2="76227" y2="48085"/>
                        <a14:backgroundMark x1="76227" y1="48085" x2="60982" y2="52180"/>
                        <a14:backgroundMark x1="60982" y1="52180" x2="80103" y2="69881"/>
                        <a14:backgroundMark x1="80103" y1="69881" x2="81395" y2="83620"/>
                        <a14:backgroundMark x1="81395" y1="83620" x2="80362" y2="80845"/>
                        <a14:backgroundMark x1="71059" y1="96169" x2="85788" y2="94980"/>
                        <a14:backgroundMark x1="90439" y1="95641" x2="92765" y2="95641"/>
                        <a14:backgroundMark x1="12145" y1="94320" x2="7752" y2="51519"/>
                        <a14:backgroundMark x1="7752" y1="51519" x2="6202" y2="57199"/>
                        <a14:backgroundMark x1="6202" y1="57992" x2="6460" y2="45443"/>
                        <a14:backgroundMark x1="6460" y1="49009" x2="6460" y2="38838"/>
                        <a14:backgroundMark x1="4651" y1="46896" x2="5168" y2="52048"/>
                        <a14:backgroundMark x1="5426" y1="65522" x2="5168" y2="58124"/>
                        <a14:backgroundMark x1="9819" y1="93659" x2="11111" y2="91942"/>
                        <a14:backgroundMark x1="12145" y1="92999" x2="8527" y2="92470"/>
                        <a14:backgroundMark x1="8527" y1="96037" x2="5685" y2="68428"/>
                        <a14:backgroundMark x1="88372" y1="5284" x2="83204" y2="5416"/>
                        <a14:backgroundMark x1="84496" y1="5416" x2="83979" y2="6077"/>
                        <a14:backgroundMark x1="81137" y1="5548" x2="83204" y2="5416"/>
                        <a14:backgroundMark x1="83204" y1="5416" x2="82946" y2="5812"/>
                        <a14:backgroundMark x1="78811" y1="4491" x2="78811" y2="6473"/>
                        <a14:backgroundMark x1="79328" y1="5152" x2="79328" y2="5152"/>
                        <a14:backgroundMark x1="5685" y1="5812" x2="5685" y2="5812"/>
                        <a14:backgroundMark x1="6202" y1="15324" x2="6202" y2="15324"/>
                        <a14:backgroundMark x1="6202" y1="15456" x2="6202" y2="15456"/>
                        <a14:backgroundMark x1="11111" y1="38838" x2="6460" y2="28402"/>
                        <a14:backgroundMark x1="6460" y1="28402" x2="10336" y2="21136"/>
                        <a14:backgroundMark x1="10336" y1="21136" x2="6718" y2="13871"/>
                        <a14:backgroundMark x1="6718" y1="13871" x2="6977" y2="6077"/>
                        <a14:backgroundMark x1="6977" y1="6077" x2="6202" y2="6209"/>
                        <a14:backgroundMark x1="8527" y1="12285" x2="6202" y2="23250"/>
                        <a14:backgroundMark x1="6202" y1="18758" x2="4910" y2="35139"/>
                        <a14:backgroundMark x1="6202" y1="31836" x2="5168" y2="36196"/>
                        <a14:backgroundMark x1="5168" y1="38309" x2="7494" y2="32629"/>
                        <a14:backgroundMark x1="11886" y1="94980" x2="6202" y2="76882"/>
                        <a14:backgroundMark x1="6202" y1="76882" x2="6202" y2="72787"/>
                        <a14:backgroundMark x1="5168" y1="47424" x2="5168" y2="46103"/>
                        <a14:backgroundMark x1="5426" y1="36724" x2="5943" y2="36592"/>
                        <a14:backgroundMark x1="5168" y1="40687" x2="5168" y2="36328"/>
                        <a14:backgroundMark x1="5426" y1="59049" x2="5168" y2="55746"/>
                        <a14:backgroundMark x1="8269" y1="95509" x2="6202" y2="71995"/>
                        <a14:backgroundMark x1="5685" y1="71995" x2="5685" y2="77807"/>
                        <a14:backgroundMark x1="5685" y1="77939" x2="5685" y2="82959"/>
                        <a14:backgroundMark x1="5168" y1="77411" x2="4910" y2="78203"/>
                        <a14:backgroundMark x1="6718" y1="82563" x2="5943" y2="89300"/>
                        <a14:backgroundMark x1="6718" y1="87979" x2="6202" y2="93659"/>
                        <a14:backgroundMark x1="7235" y1="92867" x2="4910" y2="95905"/>
                        <a14:backgroundMark x1="6202" y1="12417" x2="6718" y2="6869"/>
                        <a14:backgroundMark x1="5685" y1="6737" x2="5168" y2="13078"/>
                        <a14:backgroundMark x1="6202" y1="6209" x2="5685" y2="4756"/>
                        <a14:backgroundMark x1="5685" y1="4491" x2="5168" y2="6737"/>
                        <a14:backgroundMark x1="5168" y1="4491" x2="8010" y2="48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91974" y="87769"/>
            <a:ext cx="3416266" cy="6682462"/>
          </a:xfrm>
          <a:prstGeom prst="rect">
            <a:avLst/>
          </a:prstGeom>
        </p:spPr>
      </p:pic>
      <p:pic>
        <p:nvPicPr>
          <p:cNvPr id="6" name="Picture 2" descr="Digital Slr Camera Stock Photo - Download Image Now - Camera - Photographic  Equipment, White Background, Cut Out - iStock">
            <a:extLst>
              <a:ext uri="{FF2B5EF4-FFF2-40B4-BE49-F238E27FC236}">
                <a16:creationId xmlns:a16="http://schemas.microsoft.com/office/drawing/2014/main" id="{2E827995-3A57-93A8-1DA7-EC7BF57C0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30065" y1="44363" x2="27124" y2="67647"/>
                        <a14:backgroundMark x1="27124" y1="67647" x2="32190" y2="43627"/>
                        <a14:backgroundMark x1="32190" y1="43627" x2="35948" y2="66912"/>
                        <a14:backgroundMark x1="35948" y1="66912" x2="28595" y2="58333"/>
                        <a14:backgroundMark x1="28595" y1="58333" x2="28431" y2="74020"/>
                        <a14:backgroundMark x1="28431" y1="74020" x2="28431" y2="73775"/>
                        <a14:backgroundMark x1="38072" y1="29902" x2="25490" y2="81618"/>
                        <a14:backgroundMark x1="25490" y1="81618" x2="26307" y2="26225"/>
                        <a14:backgroundMark x1="26307" y1="26225" x2="25654" y2="28186"/>
                        <a14:backgroundMark x1="19608" y1="28676" x2="20752" y2="48529"/>
                        <a14:backgroundMark x1="20752" y1="48529" x2="25490" y2="68873"/>
                        <a14:backgroundMark x1="25490" y1="68873" x2="25490" y2="66176"/>
                        <a14:backgroundMark x1="47712" y1="33578" x2="59150" y2="29167"/>
                        <a14:backgroundMark x1="59150" y1="29167" x2="48693" y2="34069"/>
                        <a14:backgroundMark x1="48693" y1="34069" x2="50000" y2="32843"/>
                        <a14:backgroundMark x1="61111" y1="31618" x2="68954" y2="42157"/>
                        <a14:backgroundMark x1="68954" y1="42157" x2="74020" y2="68627"/>
                        <a14:backgroundMark x1="74020" y1="68627" x2="72549" y2="82108"/>
                        <a14:backgroundMark x1="72549" y1="82108" x2="75980" y2="63725"/>
                        <a14:backgroundMark x1="75980" y1="63725" x2="69935" y2="45833"/>
                        <a14:backgroundMark x1="69935" y1="45833" x2="69281" y2="41176"/>
                        <a14:backgroundMark x1="62092" y1="35539" x2="43301" y2="35784"/>
                        <a14:backgroundMark x1="43301" y1="35784" x2="43301" y2="36029"/>
                        <a14:backgroundMark x1="44771" y1="36765" x2="52941" y2="35294"/>
                        <a14:backgroundMark x1="52941" y1="35294" x2="63235" y2="40441"/>
                        <a14:backgroundMark x1="63235" y1="40441" x2="63399" y2="40441"/>
                        <a14:backgroundMark x1="55392" y1="34804" x2="66013" y2="39951"/>
                        <a14:backgroundMark x1="66013" y1="39951" x2="66013" y2="39951"/>
                        <a14:backgroundMark x1="55882" y1="38725" x2="49020" y2="377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510" y="2806700"/>
            <a:ext cx="58293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igital Slr Camera Stock Photo - Download Image Now - Camera - Photographic  Equipment, White Background, Cut Out - iStock">
            <a:extLst>
              <a:ext uri="{FF2B5EF4-FFF2-40B4-BE49-F238E27FC236}">
                <a16:creationId xmlns:a16="http://schemas.microsoft.com/office/drawing/2014/main" id="{4707DD3E-81B5-B4EE-3511-324C76435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30065" y1="44363" x2="27124" y2="67647"/>
                        <a14:backgroundMark x1="27124" y1="67647" x2="32190" y2="43627"/>
                        <a14:backgroundMark x1="32190" y1="43627" x2="35948" y2="66912"/>
                        <a14:backgroundMark x1="35948" y1="66912" x2="28595" y2="58333"/>
                        <a14:backgroundMark x1="28595" y1="58333" x2="28431" y2="74020"/>
                        <a14:backgroundMark x1="28431" y1="74020" x2="28431" y2="73775"/>
                        <a14:backgroundMark x1="38072" y1="29902" x2="25490" y2="81618"/>
                        <a14:backgroundMark x1="25490" y1="81618" x2="26307" y2="26225"/>
                        <a14:backgroundMark x1="26307" y1="26225" x2="25654" y2="28186"/>
                        <a14:backgroundMark x1="19608" y1="28676" x2="20752" y2="48529"/>
                        <a14:backgroundMark x1="20752" y1="48529" x2="25490" y2="68873"/>
                        <a14:backgroundMark x1="25490" y1="68873" x2="25490" y2="66176"/>
                        <a14:backgroundMark x1="47712" y1="33578" x2="59150" y2="29167"/>
                        <a14:backgroundMark x1="59150" y1="29167" x2="48693" y2="34069"/>
                        <a14:backgroundMark x1="48693" y1="34069" x2="50000" y2="32843"/>
                        <a14:backgroundMark x1="61111" y1="31618" x2="68954" y2="42157"/>
                        <a14:backgroundMark x1="68954" y1="42157" x2="74020" y2="68627"/>
                        <a14:backgroundMark x1="74020" y1="68627" x2="72549" y2="82108"/>
                        <a14:backgroundMark x1="72549" y1="82108" x2="75980" y2="63725"/>
                        <a14:backgroundMark x1="75980" y1="63725" x2="69935" y2="45833"/>
                        <a14:backgroundMark x1="69935" y1="45833" x2="69281" y2="41176"/>
                        <a14:backgroundMark x1="62092" y1="35539" x2="43301" y2="35784"/>
                        <a14:backgroundMark x1="43301" y1="35784" x2="43301" y2="36029"/>
                        <a14:backgroundMark x1="44771" y1="36765" x2="52941" y2="35294"/>
                        <a14:backgroundMark x1="52941" y1="35294" x2="63235" y2="40441"/>
                        <a14:backgroundMark x1="63235" y1="40441" x2="63399" y2="40441"/>
                        <a14:backgroundMark x1="55392" y1="34804" x2="66013" y2="39951"/>
                        <a14:backgroundMark x1="66013" y1="39951" x2="66013" y2="39951"/>
                        <a14:backgroundMark x1="55882" y1="38725" x2="49020" y2="377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555" y="1631669"/>
            <a:ext cx="4022090" cy="2681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962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Nova Cond Light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sunny duangdala</dc:creator>
  <cp:lastModifiedBy>sunny duangdala</cp:lastModifiedBy>
  <cp:revision>5</cp:revision>
  <dcterms:created xsi:type="dcterms:W3CDTF">2023-04-11T08:24:26Z</dcterms:created>
  <dcterms:modified xsi:type="dcterms:W3CDTF">2023-04-11T09:03:40Z</dcterms:modified>
</cp:coreProperties>
</file>